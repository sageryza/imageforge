
<file path=[Content_Types].xml><?xml version="1.0" encoding="utf-8"?>
<Types xmlns="http://schemas.openxmlformats.org/package/2006/content-types">
  <Default Extension="png" ContentType="image/png"/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c445beb3a243e4" /><Relationship Type="http://schemas.openxmlformats.org/officeDocument/2006/relationships/extended-properties" Target="/docProps/app.xml" Id="Rc8a7828a5e2a487d" /><Relationship Type="http://schemas.openxmlformats.org/officeDocument/2006/relationships/officeDocument" Target="/ppt/presentation.xml" Id="R2f6b87c121314d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0b8b6cf9104f06"/>
  </p:sldMasterIdLst>
  <p:notesMasterIdLst>
    <p:notesMasterId xmlns:r="http://schemas.openxmlformats.org/officeDocument/2006/relationships" r:id="R01721625053e4398"/>
  </p:notesMasterIdLst>
  <p:sldIdLst>
    <p:sldId xmlns:r="http://schemas.openxmlformats.org/officeDocument/2006/relationships" id="256" r:id="R69554e55e9c24d3d"/>
    <p:sldId xmlns:r="http://schemas.openxmlformats.org/officeDocument/2006/relationships" id="257" r:id="Rdd0ef3593da741d6"/>
    <p:sldId xmlns:r="http://schemas.openxmlformats.org/officeDocument/2006/relationships" id="258" r:id="Rfcda0b4870bd47c3"/>
    <p:sldId xmlns:r="http://schemas.openxmlformats.org/officeDocument/2006/relationships" id="259" r:id="Rf59b355a2acf4fcb"/>
    <p:sldId xmlns:r="http://schemas.openxmlformats.org/officeDocument/2006/relationships" id="260" r:id="Ra13c88610d4f438e"/>
    <p:sldId xmlns:r="http://schemas.openxmlformats.org/officeDocument/2006/relationships" id="261" r:id="R4e8e37127cd74725"/>
    <p:sldId xmlns:r="http://schemas.openxmlformats.org/officeDocument/2006/relationships" id="262" r:id="Recb45dfc5b0c4012"/>
    <p:sldId xmlns:r="http://schemas.openxmlformats.org/officeDocument/2006/relationships" id="263" r:id="R526a1952e8084bd1"/>
    <p:sldId xmlns:r="http://schemas.openxmlformats.org/officeDocument/2006/relationships" id="264" r:id="Rec6889c53bbf442a"/>
    <p:sldId xmlns:r="http://schemas.openxmlformats.org/officeDocument/2006/relationships" id="265" r:id="R1dc9c88b542a4648"/>
    <p:sldId xmlns:r="http://schemas.openxmlformats.org/officeDocument/2006/relationships" id="266" r:id="R6d57c56d51cd49de"/>
    <p:sldId xmlns:r="http://schemas.openxmlformats.org/officeDocument/2006/relationships" id="267" r:id="R17b792caa9a8444a"/>
  </p:sldIdLst>
  <p:sldSz cx="10058400" cy="15087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888acb6bf74457" /><Relationship Type="http://schemas.openxmlformats.org/officeDocument/2006/relationships/slideMaster" Target="/ppt/slideMasters/slideMaster1.xml" Id="Rdc0b8b6cf9104f06" /><Relationship Type="http://schemas.openxmlformats.org/officeDocument/2006/relationships/notesMaster" Target="/ppt/notesMasters/notesMaster1.xml" Id="R01721625053e4398" /><Relationship Type="http://schemas.openxmlformats.org/officeDocument/2006/relationships/presProps" Target="/ppt/presProps.xml" Id="Rab78d20665844ae6" /><Relationship Type="http://schemas.openxmlformats.org/officeDocument/2006/relationships/tableStyles" Target="/ppt/tableStyles.xml" Id="R6f91fa8410ec4573" /><Relationship Type="http://schemas.openxmlformats.org/officeDocument/2006/relationships/slide" Target="/ppt/slides/slide1.xml" Id="R69554e55e9c24d3d" /><Relationship Type="http://schemas.openxmlformats.org/officeDocument/2006/relationships/slide" Target="/ppt/slides/slide2.xml" Id="Rdd0ef3593da741d6" /><Relationship Type="http://schemas.openxmlformats.org/officeDocument/2006/relationships/slide" Target="/ppt/slides/slide3.xml" Id="Rfcda0b4870bd47c3" /><Relationship Type="http://schemas.openxmlformats.org/officeDocument/2006/relationships/slide" Target="/ppt/slides/slide4.xml" Id="Rf59b355a2acf4fcb" /><Relationship Type="http://schemas.openxmlformats.org/officeDocument/2006/relationships/slide" Target="/ppt/slides/slide5.xml" Id="Ra13c88610d4f438e" /><Relationship Type="http://schemas.openxmlformats.org/officeDocument/2006/relationships/slide" Target="/ppt/slides/slide6.xml" Id="R4e8e37127cd74725" /><Relationship Type="http://schemas.openxmlformats.org/officeDocument/2006/relationships/slide" Target="/ppt/slides/slide7.xml" Id="Recb45dfc5b0c4012" /><Relationship Type="http://schemas.openxmlformats.org/officeDocument/2006/relationships/slide" Target="/ppt/slides/slide8.xml" Id="R526a1952e8084bd1" /><Relationship Type="http://schemas.openxmlformats.org/officeDocument/2006/relationships/slide" Target="/ppt/slides/slide9.xml" Id="Rec6889c53bbf442a" /><Relationship Type="http://schemas.openxmlformats.org/officeDocument/2006/relationships/slide" Target="/ppt/slides/slide10.xml" Id="R1dc9c88b542a4648" /><Relationship Type="http://schemas.openxmlformats.org/officeDocument/2006/relationships/slide" Target="/ppt/slides/slide11.xml" Id="R6d57c56d51cd49de" /><Relationship Type="http://schemas.openxmlformats.org/officeDocument/2006/relationships/slide" Target="/ppt/slides/slide12.xml" Id="R17b792caa9a844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59538a7fbb40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3554983498472c" /><Relationship Type="http://schemas.openxmlformats.org/officeDocument/2006/relationships/notesMaster" Target="/ppt/notesMasters/notesMaster1.xml" Id="R222afe86e64449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d2318c4622413c" /><Relationship Type="http://schemas.openxmlformats.org/officeDocument/2006/relationships/notesMaster" Target="/ppt/notesMasters/notesMaster1.xml" Id="R5d379f7129d64e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5b9ac1cb6349de" /><Relationship Type="http://schemas.openxmlformats.org/officeDocument/2006/relationships/notesMaster" Target="/ppt/notesMasters/notesMaster1.xml" Id="Rc2ee835a32c044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1794694556412d" /><Relationship Type="http://schemas.openxmlformats.org/officeDocument/2006/relationships/notesMaster" Target="/ppt/notesMasters/notesMaster1.xml" Id="R2f6a6f2e1bbb40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d07df2c44e4ef2" /><Relationship Type="http://schemas.openxmlformats.org/officeDocument/2006/relationships/notesMaster" Target="/ppt/notesMasters/notesMaster1.xml" Id="R41c78b1ac9f845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d0f2e6ec0c427e" /><Relationship Type="http://schemas.openxmlformats.org/officeDocument/2006/relationships/notesMaster" Target="/ppt/notesMasters/notesMaster1.xml" Id="R7c3f6db3055f44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21716dfac04e40" /><Relationship Type="http://schemas.openxmlformats.org/officeDocument/2006/relationships/notesMaster" Target="/ppt/notesMasters/notesMaster1.xml" Id="Ra2458c2aeae44f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d284675e814d78" /><Relationship Type="http://schemas.openxmlformats.org/officeDocument/2006/relationships/notesMaster" Target="/ppt/notesMasters/notesMaster1.xml" Id="R9e9f284fc07f4a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9c9c781d23432d" /><Relationship Type="http://schemas.openxmlformats.org/officeDocument/2006/relationships/notesMaster" Target="/ppt/notesMasters/notesMaster1.xml" Id="R0df2bd44437941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59c482dd7241ad" /><Relationship Type="http://schemas.openxmlformats.org/officeDocument/2006/relationships/notesMaster" Target="/ppt/notesMasters/notesMaster1.xml" Id="Rf63a4a81397e4e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152c901e884ce9" /><Relationship Type="http://schemas.openxmlformats.org/officeDocument/2006/relationships/notesMaster" Target="/ppt/notesMasters/notesMaster1.xml" Id="R8b8b35201b804d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270b50c08b418f" /><Relationship Type="http://schemas.openxmlformats.org/officeDocument/2006/relationships/notesMaster" Target="/ppt/notesMasters/notesMaster1.xml" Id="R9595eab1f8334c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5eb4df02e48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a3450843a4e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Fruit calendar with squar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914400" y="914400"/>
            <a:ext cx="8229600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 your image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8a2e72e47541e6" /><Relationship Type="http://schemas.openxmlformats.org/officeDocument/2006/relationships/slideLayout" Target="/ppt/slideLayouts/slideLayout1.xml" Id="R09b5c62f87034a2d" /><Relationship Type="http://schemas.openxmlformats.org/officeDocument/2006/relationships/slideLayout" Target="/ppt/slideLayouts/slideLayout2.xml" Id="Rfb7e737827a846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b5c62f87034a2d"/>
    <p:sldLayoutId xmlns:r="http://schemas.openxmlformats.org/officeDocument/2006/relationships" id="2147483650" r:id="Rfb7e737827a846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fdea087b2a4be3" /><Relationship Type="http://schemas.openxmlformats.org/officeDocument/2006/relationships/notesSlide" Target="/ppt/notesSlides/notesSlide1.xml" Id="R7de0f27871c943e1" /><Relationship Type="http://schemas.openxmlformats.org/officeDocument/2006/relationships/image" Target="/ppt/media/fruit01.png" Id="rIdFruit"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07bf2fb9bd494e" /><Relationship Type="http://schemas.openxmlformats.org/officeDocument/2006/relationships/notesSlide" Target="/ppt/notesSlides/notesSlide2.xml" Id="Rd293b9c5e6d74214" /><Relationship Type="http://schemas.openxmlformats.org/officeDocument/2006/relationships/image" Target="/ppt/media/fruit02.png" Id="rIdFruit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ef267168f049f0" /><Relationship Type="http://schemas.openxmlformats.org/officeDocument/2006/relationships/notesSlide" Target="/ppt/notesSlides/notesSlide3.xml" Id="R387fd6eae34243bb" /><Relationship Type="http://schemas.openxmlformats.org/officeDocument/2006/relationships/image" Target="/ppt/media/fruit03.png" Id="rIdFruit"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6b5d6d76394b9d" /><Relationship Type="http://schemas.openxmlformats.org/officeDocument/2006/relationships/notesSlide" Target="/ppt/notesSlides/notesSlide4.xml" Id="R4fdd28253d954ff7" /><Relationship Type="http://schemas.openxmlformats.org/officeDocument/2006/relationships/image" Target="/ppt/media/fruit04.png" Id="rIdFruit"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d482eb2c6f4a51" /><Relationship Type="http://schemas.openxmlformats.org/officeDocument/2006/relationships/notesSlide" Target="/ppt/notesSlides/notesSlide5.xml" Id="R9b718dc907e844fe" /><Relationship Type="http://schemas.openxmlformats.org/officeDocument/2006/relationships/image" Target="/ppt/media/fruit05.png" Id="rIdFruit"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f461d953a14498" /><Relationship Type="http://schemas.openxmlformats.org/officeDocument/2006/relationships/notesSlide" Target="/ppt/notesSlides/notesSlide6.xml" Id="Ra4bdb00c26224cd1" /><Relationship Type="http://schemas.openxmlformats.org/officeDocument/2006/relationships/image" Target="/ppt/media/fruit06.png" Id="rIdFruit"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d3030f86e94d38" /><Relationship Type="http://schemas.openxmlformats.org/officeDocument/2006/relationships/notesSlide" Target="/ppt/notesSlides/notesSlide7.xml" Id="R5872dd0520b848ae" /><Relationship Type="http://schemas.openxmlformats.org/officeDocument/2006/relationships/image" Target="/ppt/media/fruit07.png" Id="rIdFruit"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150e09e2a14729" /><Relationship Type="http://schemas.openxmlformats.org/officeDocument/2006/relationships/notesSlide" Target="/ppt/notesSlides/notesSlide8.xml" Id="Rdcd69792995f4369" /><Relationship Type="http://schemas.openxmlformats.org/officeDocument/2006/relationships/image" Target="/ppt/media/fruit08.png" Id="rIdFruit"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5402f5e0a64faf" /><Relationship Type="http://schemas.openxmlformats.org/officeDocument/2006/relationships/notesSlide" Target="/ppt/notesSlides/notesSlide9.xml" Id="R82e2e5226bcd43ab" /><Relationship Type="http://schemas.openxmlformats.org/officeDocument/2006/relationships/image" Target="/ppt/media/fruit09.png" Id="rIdFruit"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38ef9043b24af1" /><Relationship Type="http://schemas.openxmlformats.org/officeDocument/2006/relationships/notesSlide" Target="/ppt/notesSlides/notesSlide10.xml" Id="R56ccf1edbea64c1d" /><Relationship Type="http://schemas.openxmlformats.org/officeDocument/2006/relationships/image" Target="/ppt/media/fruit10.png" Id="rIdFruit"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514386508e40e2" /><Relationship Type="http://schemas.openxmlformats.org/officeDocument/2006/relationships/notesSlide" Target="/ppt/notesSlides/notesSlide11.xml" Id="Raa71a04210444513" /><Relationship Type="http://schemas.openxmlformats.org/officeDocument/2006/relationships/image" Target="/ppt/media/fruit11.png" Id="rIdFruit"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5a9b1c486741e4" /><Relationship Type="http://schemas.openxmlformats.org/officeDocument/2006/relationships/notesSlide" Target="/ppt/notesSlides/notesSlide12.xml" Id="R3015308d402643ec" /><Relationship Type="http://schemas.openxmlformats.org/officeDocument/2006/relationships/image" Target="/ppt/media/fruit12.png" Id="rIdFruit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Strawberr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Frui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914400"/>
            <a:ext cx="8229600" cy="8229600"/>
          </a:xfrm>
          <a:prstGeom xmlns:a="http://schemas.openxmlformats.org/drawingml/2006/main" prst="rect">
            <a:avLst/>
          </a:prstGeom>
        </p:spPr>
      </p:pic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D93DC3E2-5337-4BAE-8B7C-CF1B950A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J A N U A R Y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2C1FCF74-FF89-4E18-A4AB-3EAE2198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1416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Banana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Frui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914400"/>
            <a:ext cx="8229600" cy="8229600"/>
          </a:xfrm>
          <a:prstGeom xmlns:a="http://schemas.openxmlformats.org/drawingml/2006/main" prst="rect">
            <a:avLst/>
          </a:prstGeom>
        </p:spPr>
      </p:pic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29574821-CC4D-420F-9410-98FAAC0C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F E B R U A R Y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083C85F2-A23D-4C35-B813-A2F105C3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793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Appl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Frui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914400"/>
            <a:ext cx="8229600" cy="8229600"/>
          </a:xfrm>
          <a:prstGeom xmlns:a="http://schemas.openxmlformats.org/drawingml/2006/main" prst="rect">
            <a:avLst/>
          </a:prstGeom>
        </p:spPr>
      </p:pic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62B02439-9D82-4085-8C25-FE131CA2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M A R C H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FECB3592-C0B5-46FD-8FAE-2184D2BF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9553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Mango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Frui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914400"/>
            <a:ext cx="8229600" cy="8229600"/>
          </a:xfrm>
          <a:prstGeom xmlns:a="http://schemas.openxmlformats.org/drawingml/2006/main" prst="rect">
            <a:avLst/>
          </a:prstGeom>
        </p:spPr>
      </p:pic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A02030B7-A549-4CB4-B9F2-98772178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A P R I L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123B5499-E91C-41A3-82C8-7B98695C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914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Watermelon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Frui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914400"/>
            <a:ext cx="8229600" cy="8229600"/>
          </a:xfrm>
          <a:prstGeom xmlns:a="http://schemas.openxmlformats.org/drawingml/2006/main" prst="rect">
            <a:avLst/>
          </a:prstGeom>
        </p:spPr>
      </p:pic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CCE57C9F-0349-4B72-9BD2-651F78CC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M A Y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847A0672-41F4-46B3-833C-6B9F71A8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6610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Grapes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Frui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914400"/>
            <a:ext cx="8229600" cy="8229600"/>
          </a:xfrm>
          <a:prstGeom xmlns:a="http://schemas.openxmlformats.org/drawingml/2006/main" prst="rect">
            <a:avLst/>
          </a:prstGeom>
        </p:spPr>
      </p:pic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651FBF81-F271-44C6-A6C4-0BB61BC8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J U N E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5C60F4E0-5640-4DA1-B8EF-D4475F59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3009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Blueberries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Frui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914400"/>
            <a:ext cx="8229600" cy="8229600"/>
          </a:xfrm>
          <a:prstGeom xmlns:a="http://schemas.openxmlformats.org/drawingml/2006/main" prst="rect">
            <a:avLst/>
          </a:prstGeom>
        </p:spPr>
      </p:pic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EB4A2718-1CFF-420F-B32B-D2858090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J U L Y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E33CFF7E-2FB6-4501-939C-4F72F485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055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neappl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Frui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914400"/>
            <a:ext cx="8229600" cy="8229600"/>
          </a:xfrm>
          <a:prstGeom xmlns:a="http://schemas.openxmlformats.org/drawingml/2006/main" prst="rect">
            <a:avLst/>
          </a:prstGeom>
        </p:spPr>
      </p:pic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F92D2B11-ABA0-476F-AD5C-A692B2C4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A U G U S T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A4022FA4-85A8-4102-85E6-95CD1D2D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004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each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Frui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914400"/>
            <a:ext cx="8229600" cy="8229600"/>
          </a:xfrm>
          <a:prstGeom xmlns:a="http://schemas.openxmlformats.org/drawingml/2006/main" prst="rect">
            <a:avLst/>
          </a:prstGeom>
        </p:spPr>
      </p:pic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72FAD154-4070-43E2-AB09-17F2C2AB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S E P T E M B E R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C005653A-A910-40E7-A003-2746D969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930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Cherries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Frui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914400"/>
            <a:ext cx="8229600" cy="8229600"/>
          </a:xfrm>
          <a:prstGeom xmlns:a="http://schemas.openxmlformats.org/drawingml/2006/main" prst="rect">
            <a:avLst/>
          </a:prstGeom>
        </p:spPr>
      </p:pic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5DF3D0C2-58C4-4123-8EB6-14C01307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O C T O B E R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151D5626-A7BD-44CF-AC75-1B24832E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4315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Raspberries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Frui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914400"/>
            <a:ext cx="8229600" cy="8229600"/>
          </a:xfrm>
          <a:prstGeom xmlns:a="http://schemas.openxmlformats.org/drawingml/2006/main" prst="rect">
            <a:avLst/>
          </a:prstGeom>
        </p:spPr>
      </p:pic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4E6C230F-80FC-46F2-9CEE-7F344CA0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N O V E M B E R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3C981242-D075-4FB0-B7E9-9541F257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8388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ear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Frui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914400"/>
            <a:ext cx="8229600" cy="8229600"/>
          </a:xfrm>
          <a:prstGeom xmlns:a="http://schemas.openxmlformats.org/drawingml/2006/main" prst="rect">
            <a:avLst/>
          </a:prstGeom>
        </p:spPr>
      </p:pic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A20FA151-1804-4135-9451-4BF16274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D E C E M B E R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695CA41F-14B5-4FA3-A666-CC64128D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833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2026-09-25T21:29:45.3400000Z</dcterms:created>
  <dcterms:modified xsi:type="dcterms:W3CDTF">2026-09-25T21:29:45.3400000Z</dcterms:modified>
</coreProperties>
</file>