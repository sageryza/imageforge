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6e0527a9f74f5d" /><Relationship Type="http://schemas.openxmlformats.org/officeDocument/2006/relationships/extended-properties" Target="/docProps/app.xml" Id="Rf3084c7202ef4845" /><Relationship Type="http://schemas.openxmlformats.org/officeDocument/2006/relationships/officeDocument" Target="/ppt/presentation.xml" Id="Rdaba8c2c789a47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51edd609a7403b"/>
  </p:sldMasterIdLst>
  <p:notesMasterIdLst>
    <p:notesMasterId xmlns:r="http://schemas.openxmlformats.org/officeDocument/2006/relationships" r:id="R278858386c5746d9"/>
  </p:notesMasterIdLst>
  <p:sldIdLst>
    <p:sldId xmlns:r="http://schemas.openxmlformats.org/officeDocument/2006/relationships" id="256" r:id="R6d9374a0653549f3"/>
    <p:sldId xmlns:r="http://schemas.openxmlformats.org/officeDocument/2006/relationships" id="257" r:id="R9e768a2af4864fc4"/>
    <p:sldId xmlns:r="http://schemas.openxmlformats.org/officeDocument/2006/relationships" id="258" r:id="R54f2c03287f24a66"/>
    <p:sldId xmlns:r="http://schemas.openxmlformats.org/officeDocument/2006/relationships" id="259" r:id="R54e6032109d74d0d"/>
    <p:sldId xmlns:r="http://schemas.openxmlformats.org/officeDocument/2006/relationships" id="260" r:id="R34a79facfda94fb0"/>
    <p:sldId xmlns:r="http://schemas.openxmlformats.org/officeDocument/2006/relationships" id="261" r:id="R8b2719ef18e447c9"/>
    <p:sldId xmlns:r="http://schemas.openxmlformats.org/officeDocument/2006/relationships" id="262" r:id="R22bdd2ed65974597"/>
    <p:sldId xmlns:r="http://schemas.openxmlformats.org/officeDocument/2006/relationships" id="263" r:id="Rb117e652d7d94007"/>
    <p:sldId xmlns:r="http://schemas.openxmlformats.org/officeDocument/2006/relationships" id="264" r:id="R8c8ee4f1fe9e45d5"/>
    <p:sldId xmlns:r="http://schemas.openxmlformats.org/officeDocument/2006/relationships" id="265" r:id="R7f381e7cd4eb4d3c"/>
    <p:sldId xmlns:r="http://schemas.openxmlformats.org/officeDocument/2006/relationships" id="266" r:id="Rd23f5ee2552145e0"/>
    <p:sldId xmlns:r="http://schemas.openxmlformats.org/officeDocument/2006/relationships" id="267" r:id="R47fbd5acfa84414a"/>
  </p:sldIdLst>
  <p:sldSz cx="10058400" cy="15087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aeb13845f64e23" /><Relationship Type="http://schemas.openxmlformats.org/officeDocument/2006/relationships/slideMaster" Target="/ppt/slideMasters/slideMaster1.xml" Id="R3051edd609a7403b" /><Relationship Type="http://schemas.openxmlformats.org/officeDocument/2006/relationships/notesMaster" Target="/ppt/notesMasters/notesMaster1.xml" Id="R278858386c5746d9" /><Relationship Type="http://schemas.openxmlformats.org/officeDocument/2006/relationships/presProps" Target="/ppt/presProps.xml" Id="Rdc6034f1b3874cbd" /><Relationship Type="http://schemas.openxmlformats.org/officeDocument/2006/relationships/tableStyles" Target="/ppt/tableStyles.xml" Id="R5a7b5942f53d4734" /><Relationship Type="http://schemas.openxmlformats.org/officeDocument/2006/relationships/slide" Target="/ppt/slides/slide1.xml" Id="R6d9374a0653549f3" /><Relationship Type="http://schemas.openxmlformats.org/officeDocument/2006/relationships/slide" Target="/ppt/slides/slide2.xml" Id="R9e768a2af4864fc4" /><Relationship Type="http://schemas.openxmlformats.org/officeDocument/2006/relationships/slide" Target="/ppt/slides/slide3.xml" Id="R54f2c03287f24a66" /><Relationship Type="http://schemas.openxmlformats.org/officeDocument/2006/relationships/slide" Target="/ppt/slides/slide4.xml" Id="R54e6032109d74d0d" /><Relationship Type="http://schemas.openxmlformats.org/officeDocument/2006/relationships/slide" Target="/ppt/slides/slide5.xml" Id="R34a79facfda94fb0" /><Relationship Type="http://schemas.openxmlformats.org/officeDocument/2006/relationships/slide" Target="/ppt/slides/slide6.xml" Id="R8b2719ef18e447c9" /><Relationship Type="http://schemas.openxmlformats.org/officeDocument/2006/relationships/slide" Target="/ppt/slides/slide7.xml" Id="R22bdd2ed65974597" /><Relationship Type="http://schemas.openxmlformats.org/officeDocument/2006/relationships/slide" Target="/ppt/slides/slide8.xml" Id="Rb117e652d7d94007" /><Relationship Type="http://schemas.openxmlformats.org/officeDocument/2006/relationships/slide" Target="/ppt/slides/slide9.xml" Id="R8c8ee4f1fe9e45d5" /><Relationship Type="http://schemas.openxmlformats.org/officeDocument/2006/relationships/slide" Target="/ppt/slides/slide10.xml" Id="R7f381e7cd4eb4d3c" /><Relationship Type="http://schemas.openxmlformats.org/officeDocument/2006/relationships/slide" Target="/ppt/slides/slide11.xml" Id="Rd23f5ee2552145e0" /><Relationship Type="http://schemas.openxmlformats.org/officeDocument/2006/relationships/slide" Target="/ppt/slides/slide12.xml" Id="R47fbd5acfa8441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8e1548e7a840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27a1037c70480f" /><Relationship Type="http://schemas.openxmlformats.org/officeDocument/2006/relationships/notesMaster" Target="/ppt/notesMasters/notesMaster1.xml" Id="Rfd04c00a804445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40b921dc914339" /><Relationship Type="http://schemas.openxmlformats.org/officeDocument/2006/relationships/notesMaster" Target="/ppt/notesMasters/notesMaster1.xml" Id="R1ee0915b304943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4ddd8de9384673" /><Relationship Type="http://schemas.openxmlformats.org/officeDocument/2006/relationships/notesMaster" Target="/ppt/notesMasters/notesMaster1.xml" Id="Re215cbc729d54b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850bac41364a43" /><Relationship Type="http://schemas.openxmlformats.org/officeDocument/2006/relationships/notesMaster" Target="/ppt/notesMasters/notesMaster1.xml" Id="R4c5818594537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29e4abae1b4a37" /><Relationship Type="http://schemas.openxmlformats.org/officeDocument/2006/relationships/notesMaster" Target="/ppt/notesMasters/notesMaster1.xml" Id="R1108d7d1b3bd46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d4bd62a121408e" /><Relationship Type="http://schemas.openxmlformats.org/officeDocument/2006/relationships/notesMaster" Target="/ppt/notesMasters/notesMaster1.xml" Id="R2855c2fc77c740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794c5811f24d92" /><Relationship Type="http://schemas.openxmlformats.org/officeDocument/2006/relationships/notesMaster" Target="/ppt/notesMasters/notesMaster1.xml" Id="Rbd0e3e0df5284f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e6e7a396254b58" /><Relationship Type="http://schemas.openxmlformats.org/officeDocument/2006/relationships/notesMaster" Target="/ppt/notesMasters/notesMaster1.xml" Id="Rc1586caa741e43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d2d6a500884dc1" /><Relationship Type="http://schemas.openxmlformats.org/officeDocument/2006/relationships/notesMaster" Target="/ppt/notesMasters/notesMaster1.xml" Id="R04a052f2828f40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2b2d259902407c" /><Relationship Type="http://schemas.openxmlformats.org/officeDocument/2006/relationships/notesMaster" Target="/ppt/notesMasters/notesMaster1.xml" Id="R724a1edc61704c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30a1fa9f7a46e2" /><Relationship Type="http://schemas.openxmlformats.org/officeDocument/2006/relationships/notesMaster" Target="/ppt/notesMasters/notesMaster1.xml" Id="R40a6adf484fa41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d0fc0e52704254" /><Relationship Type="http://schemas.openxmlformats.org/officeDocument/2006/relationships/notesMaster" Target="/ppt/notesMasters/notesMaster1.xml" Id="R9ad8dc16090d4b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2027 calendar template. Page size: 11 × 16.5 inches. Insert a square image using the picture placeholder. Edit the italic caption or delete it. Month, year, dates, background and border are editable. Sunday-first dates are for 2027; changing the year alone does not update the dates. This flat page is artwork for layout, without photographed binding or wall. Confirm printer trim, bleed and binding specifications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a5f7d649a48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b96e2bc3c4b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Fruit calendar with squar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914400" y="914400"/>
            <a:ext cx="8229600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 your image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474905b6864c43" /><Relationship Type="http://schemas.openxmlformats.org/officeDocument/2006/relationships/slideLayout" Target="/ppt/slideLayouts/slideLayout1.xml" Id="R146191ccbaca4ef1" /><Relationship Type="http://schemas.openxmlformats.org/officeDocument/2006/relationships/slideLayout" Target="/ppt/slideLayouts/slideLayout2.xml" Id="R12819ba8908d44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6191ccbaca4ef1"/>
    <p:sldLayoutId xmlns:r="http://schemas.openxmlformats.org/officeDocument/2006/relationships" id="2147483650" r:id="R12819ba8908d44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0ea7704e04636" /><Relationship Type="http://schemas.openxmlformats.org/officeDocument/2006/relationships/notesSlide" Target="/ppt/notesSlides/notesSlide1.xml" Id="Rdd16a249197145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5f6ed22f4a4bbe" /><Relationship Type="http://schemas.openxmlformats.org/officeDocument/2006/relationships/notesSlide" Target="/ppt/notesSlides/notesSlide2.xml" Id="R4b5b0de4b11e4f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d3dd7b37ca4b45" /><Relationship Type="http://schemas.openxmlformats.org/officeDocument/2006/relationships/notesSlide" Target="/ppt/notesSlides/notesSlide3.xml" Id="Rd643e48e5b4843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cbde63b3bd40f8" /><Relationship Type="http://schemas.openxmlformats.org/officeDocument/2006/relationships/notesSlide" Target="/ppt/notesSlides/notesSlide4.xml" Id="R435fbfb0b74649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6c1594ac384bbb" /><Relationship Type="http://schemas.openxmlformats.org/officeDocument/2006/relationships/notesSlide" Target="/ppt/notesSlides/notesSlide5.xml" Id="Rdca0a1c2de9448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c3f03765b343ec" /><Relationship Type="http://schemas.openxmlformats.org/officeDocument/2006/relationships/notesSlide" Target="/ppt/notesSlides/notesSlide6.xml" Id="Rb80d5b86635b44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2a035d1e3c4208" /><Relationship Type="http://schemas.openxmlformats.org/officeDocument/2006/relationships/notesSlide" Target="/ppt/notesSlides/notesSlide7.xml" Id="Rd8960d68588142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3f8d47af874024" /><Relationship Type="http://schemas.openxmlformats.org/officeDocument/2006/relationships/notesSlide" Target="/ppt/notesSlides/notesSlide8.xml" Id="Rad604d0c460147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b2bc452f1b4ec0" /><Relationship Type="http://schemas.openxmlformats.org/officeDocument/2006/relationships/notesSlide" Target="/ppt/notesSlides/notesSlide9.xml" Id="Rd41c320b7df442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f5147d6616406d" /><Relationship Type="http://schemas.openxmlformats.org/officeDocument/2006/relationships/notesSlide" Target="/ppt/notesSlides/notesSlide10.xml" Id="R32d23716305e40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04ebd33a1941d7" /><Relationship Type="http://schemas.openxmlformats.org/officeDocument/2006/relationships/notesSlide" Target="/ppt/notesSlides/notesSlide11.xml" Id="R5363a874edbf4e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cb0d726e994037" /><Relationship Type="http://schemas.openxmlformats.org/officeDocument/2006/relationships/notesSlide" Target="/ppt/notesSlides/notesSlide12.xml" Id="R25ce4198a290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5063980F-5F5B-400E-A877-71B20DC2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D93DC3E2-5337-4BAE-8B7C-CF1B950A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J A N U A R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2C1FCF74-FF89-4E18-A4AB-3EAE2198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416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0A0C0BA4-4CB3-4EC7-8F1D-4876437F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29574821-CC4D-420F-9410-98FAAC0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F E B R U A R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083C85F2-A23D-4C35-B813-A2F105C3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793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6A8C98BC-926B-4C8B-A1EB-8BA5A112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62B02439-9D82-4085-8C25-FE131CA2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M A R C H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FECB3592-C0B5-46FD-8FAE-2184D2BF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955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AA534BC3-C5CC-46D8-8E58-105D3A33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A02030B7-A549-4CB4-B9F2-98772178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A P R I L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123B5499-E91C-41A3-82C8-7B98695C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14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6802EEA6-3B24-4A01-806B-FF735A76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CCE57C9F-0349-4B72-9BD2-651F78CC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M A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847A0672-41F4-46B3-833C-6B9F71A8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661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7F39CFF3-0362-473B-A415-FA715E76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651FBF81-F271-44C6-A6C4-0BB61BC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J U N E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5C60F4E0-5640-4DA1-B8EF-D4475F59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300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1A837FE2-CE18-4D2A-B824-842E81A3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EB4A2718-1CFF-420F-B32B-D2858090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J U L Y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E33CFF7E-2FB6-4501-939C-4F72F485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055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8659333A-74FD-4A5D-BB49-54BD9C6C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F92D2B11-ABA0-476F-AD5C-A692B2C4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A U G U S T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A4022FA4-85A8-4102-85E6-95CD1D2D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004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2EDCB9C2-E5FF-421F-8FC4-A431493B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72FAD154-4070-43E2-AB09-17F2C2AB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S E P T E M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C005653A-A910-40E7-A003-2746D969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93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08962F1B-1BC9-437C-877C-1375AB51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5DF3D0C2-58C4-4123-8EB6-14C0130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O C T O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151D5626-A7BD-44CF-AC75-1B24832E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4315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F6775698-7832-4076-819F-E2BAAD80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4E6C230F-80FC-46F2-9CEE-7F344CA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N O V E M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3C981242-D075-4FB0-B7E9-9541F257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8388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ED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B33A170-1507-4AFF-BE24-519FA3505C2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3E352E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defRPr>
            </a:pPr>
            <a:r>
              <a:rPr sz="1725">
                <a:solidFill>
                  <a:srgbClr val="9B8C76"/>
                </a:solidFill>
                <a:latin typeface="Nimbus Roman"/>
                <a:ea typeface="Nimbus Roman"/>
                <a:cs typeface="Nimbus Roman"/>
              </a:rPr>
              <a:t>Add your image</a:t>
            </a:r>
          </a:p>
        </p:txBody>
      </p:sp>
      <p:sp>
        <p:nvSpPr>
          <p:cNvPr id="2" name="Editable image caption">
            <a:extLst xmlns:a="http://schemas.openxmlformats.org/drawingml/2006/main">
              <a:ext uri="{FF2B5EF4-FFF2-40B4-BE49-F238E27FC236}">
                <a16:creationId xmlns:a16="http://schemas.microsoft.com/office/drawing/2014/main" id="{E18E3B56-99DF-4EB3-9B5A-4BA222E7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773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1725" i="1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Image title</a:t>
            </a:r>
          </a:p>
        </p:txBody>
      </p:sp>
      <p:sp>
        <p:nvSpPr>
          <p:cNvPr id="3" name="Editable month">
            <a:extLst xmlns:a="http://schemas.openxmlformats.org/drawingml/2006/main">
              <a:ext uri="{FF2B5EF4-FFF2-40B4-BE49-F238E27FC236}">
                <a16:creationId xmlns:a16="http://schemas.microsoft.com/office/drawing/2014/main" id="{A20FA151-1804-4135-9451-4BF16274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0"/>
            <a:ext cx="8686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405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D E C E M B E R</a:t>
            </a:r>
          </a:p>
        </p:txBody>
      </p:sp>
      <p:sp>
        <p:nvSpPr>
          <p:cNvPr id="4" name="Editable year">
            <a:extLst xmlns:a="http://schemas.openxmlformats.org/drawingml/2006/main">
              <a:ext uri="{FF2B5EF4-FFF2-40B4-BE49-F238E27FC236}">
                <a16:creationId xmlns:a16="http://schemas.microsoft.com/office/drawing/2014/main" id="{695CA41F-14B5-4FA3-A666-CC64128D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55370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defRPr>
            </a:pPr>
            <a:r>
              <a:rPr sz="2400" i="0">
                <a:solidFill>
                  <a:srgbClr val="3E352E"/>
                </a:solidFill>
                <a:latin typeface="Nimbus Roman"/>
                <a:ea typeface="Nimbus Roman"/>
                <a:cs typeface="Nimbus Roman"/>
              </a:rPr>
              <a:t>2 0 2 7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11239500"/>
          <a:ext xmlns:a="http://schemas.openxmlformats.org/drawingml/2006/main" cx="8534400" cy="32004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SUN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MON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TUE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WED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THU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FRI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SAT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T w="1905">
                      <a:solidFill>
                        <a:srgbClr val="F6EDD9"/>
                      </a:solidFill>
                    </a:lnT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5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12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16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19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22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23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24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25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26</a:t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27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28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29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30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>31</a:t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L w="1905">
                      <a:solidFill>
                        <a:srgbClr val="F6EDD9"/>
                      </a:solidFill>
                    </a:lnL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3E352E"/>
                          </a:solidFill>
                          <a:latin typeface="Nimbus Roman"/>
                          <a:ea typeface="Nimbus Roman"/>
                          <a:cs typeface="Nimbus Roman"/>
                        </a:rPr>
                        <a:t/>
                      </a:r>
                    </a:p>
                  </a:txBody>
                  <a:tcPr marL="0" marR="0" marT="0" marB="0" anchor="ctr">
                    <a:lnR w="1905">
                      <a:solidFill>
                        <a:srgbClr val="F6EDD9"/>
                      </a:solidFill>
                    </a:lnR>
                    <a:lnB w="1905">
                      <a:solidFill>
                        <a:srgbClr val="F6ED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833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2026-09-25T21:18:29.1500000Z</dcterms:created>
  <dcterms:modified xsi:type="dcterms:W3CDTF">2026-09-25T21:18:29.1500000Z</dcterms:modified>
</coreProperties>
</file>